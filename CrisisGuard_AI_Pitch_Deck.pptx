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4114800" cy="457200"/>
          </a:xfrm>
          <a:prstGeom prst="roundRect">
            <a:avLst/>
          </a:prstGeom>
          <a:solidFill>
            <a:srgbClr val="1E3A8A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F0FF"/>
                </a:solidFill>
              </a:defRPr>
            </a:pPr>
            <a:r>
              <a:t>🏆 WCC LAUNCHPAD 30 · AGENTIC AI 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CrisisGuard AI</a:t>
            </a:r>
          </a:p>
          <a:p>
            <a:pPr>
              <a:defRPr sz="2400">
                <a:solidFill>
                  <a:srgbClr val="00F0FF"/>
                </a:solidFill>
              </a:defRPr>
            </a:pPr>
            <a:r>
              <a:t>Autonomous Multi-Agent Emergency Operations &amp; Disaster Dispatch Platform</a:t>
            </a:r>
          </a:p>
          <a:p>
            <a:pPr>
              <a:defRPr sz="1500" i="1">
                <a:solidFill>
                  <a:srgbClr val="94A3B8"/>
                </a:solidFill>
              </a:defRPr>
            </a:pPr>
            <a:r>
              <a:t>"When every second counts in a disaster, AI autonomous agents coordinate everything in under 60 seconds."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448056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⏱️ &lt; 45 Seconds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End-to-End Multi-Cadre Coordination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66160" y="438912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448056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🤖 4 Autonomous Agents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Intelligence, Resource, Alert &amp;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8912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448056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📡 CAP v1.2 Protocol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Encrypted Multi-Agency Direct Routing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9680" y="4389120"/>
            <a:ext cx="246888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4480560"/>
            <a:ext cx="21945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🌐 Multilingual Alerts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Native Regional Emergency Broadcasts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The Crisis: The 72-Hour Golden Rescue Window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Fragmented Communication Silos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First responders (NDRF/FEMA, Police, Fire, DMAT, Hospitals) operate on separate communication channels, losing 4 to 6 critical hours in bureaucratic handoffs.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Linguistic Warning Delays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Emergency broadcasts are drafted manually in standard languages, failing to reach vulnerable rural populations in their native vernacular before disaster strikes.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Blind Resource Allocation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Incident commanders lack real-time GIS spatial distance and surge capacity verification (ICU beds, dewatering pumps, rescue boats), leading to misallocated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EF4444"/>
                </a:solidFill>
              </a:defRPr>
            </a:pPr>
            <a:r>
              <a:t>❌ Human-In-The-Loop Fatigue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High-stress cognitive overload causes bottlenecks in approving evacuations, declaring hotspots, and dispatching rescue personnel during the first critical hours.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Autonomous Multi-Agent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🔍 Intelligence Agent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Hazard Classification &amp; Impact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Estimates affected radius (km), severity score, casualties, and infrastructure vulnerability using Gemini 1.5 Flash.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🗺️ Resource Mapper Agent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Live GIS Tactical Telemetry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Queries OpenStreetMap Overpass API for real-time hospitals, trauma beds, fire stations, dewatering pumps, and shelters.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📢 Alert Agent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Multilingual Emergency Broadcast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Synthesizes simultaneous emergency warnings in English, Hindi, and regional dialects with actionable guidance.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A855F7"/>
                </a:solidFill>
              </a:defRPr>
            </a:pPr>
            <a:r>
              <a:t>🎯 Response Coordinator</a:t>
            </a:r>
          </a:p>
          <a:p>
            <a:pPr>
              <a:defRPr sz="1200" b="1">
                <a:solidFill>
                  <a:srgbClr val="F8FAFC"/>
                </a:solidFill>
              </a:defRPr>
            </a:pPr>
            <a:r>
              <a:t>Operational Plan &amp; HITL Gates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Generates prioritized tasks with assigned owners, calculates Lives-Saved metrics, and triggers authorization gates.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Innovation: Multi-Agency Rescue Dispatch Console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F0FF"/>
                </a:solidFill>
              </a:defRPr>
            </a:pPr>
            <a:r>
              <a:t>📡 Direct Cadre Automated Routing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Standardized CAP v1.2 automated dispatches directly to NDRF/FEMA USAR, Hospital Surge DMAT, Fire/HazMat, Police, and Civil Defense.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F0FF"/>
                </a:solidFill>
              </a:defRPr>
            </a:pPr>
            <a:r>
              <a:t>🛡️ Grounded in Statutory Frameworks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Automatically embeds statutory disaster acts (e.g. Disaster Management Act 2005, Robert T. Stafford Disaster Relief Act) into every transmission memo.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F0FF"/>
                </a:solidFill>
              </a:defRPr>
            </a:pPr>
            <a:r>
              <a:t>🔒 Per-Emergency Isolation &amp; Memory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Maintains isolated dispatch state per incident with persistent cryptographic receipts and live latency tracking (45-75ms).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F0FF"/>
                </a:solidFill>
              </a:defRPr>
            </a:pPr>
            <a:r>
              <a:t>↻ Re-Broadcast Situational Updates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Allows incident commanders to re-transmit fresh situational orders anytime with live feedback across all active cadre networks.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Technology Stack &amp; Technical Rigor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🧠 AI &amp; Agent Engine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Google Gemini 1.5 Flash</a:t>
            </a:r>
            <a:br/>
            <a:r>
              <a:t>• Multi-Agent DAG Orchestrator</a:t>
            </a:r>
            <a:br/>
            <a:r>
              <a:t>• Context-engineered Prompts</a:t>
            </a:r>
            <a:br/>
            <a:r>
              <a:t>• Structured JSON Schemas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0332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⚡ Backend Infrastructure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Python 3.11 &amp; FastAPI</a:t>
            </a:r>
            <a:br/>
            <a:r>
              <a:t>• Asynchronous Task Pipelines</a:t>
            </a:r>
            <a:br/>
            <a:r>
              <a:t>• WebSockets for Live Telemetry</a:t>
            </a:r>
            <a:br/>
            <a:r>
              <a:t>• Mock &amp; Live ERSS REST Endpoints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💻 Frontend &amp; Experience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React 19 + Vite</a:t>
            </a:r>
            <a:br/>
            <a:r>
              <a:t>• Framer Motion Dynamic Motion</a:t>
            </a:r>
            <a:br/>
            <a:r>
              <a:t>• 3D Earth Perspective Mapping</a:t>
            </a:r>
            <a:br/>
            <a:r>
              <a:t>• Cyber-Tactical Glassmorphism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4688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2011680"/>
            <a:ext cx="219456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📊 Empirical Validation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E2E Playwright Browser Audited</a:t>
            </a:r>
            <a:br/>
            <a:r>
              <a:t>• Clean Unit &amp; Build Passes</a:t>
            </a:r>
            <a:br/>
            <a:r>
              <a:t>• Zero Unhandled Promise Errors</a:t>
            </a:r>
            <a:br/>
            <a:r>
              <a:t>• Tested on International Scenarios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8FAFC"/>
                </a:solidFill>
              </a:defRPr>
            </a:pPr>
            <a:r>
              <a:t>Real-World Impact &amp; Deployment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⏱️ Latency: 4 Hours ➔ 45 Seconds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Compresses multi-department mobilization from half a day into under a minute.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🏥 100% Resource Spatial Awareness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Gives commanders exact distances and capacities of surrounding facilities immediately.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02336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16052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👥 25%–40% Potential Mortality Reduction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Rapid triage bed reservation and early warning dissemination saves lives in the golden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029200" cy="19202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4160520"/>
            <a:ext cx="466344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🚀 Future: IoT Mesh &amp; Drone Telemetry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Integration with LoRaWAN air-quality sensors and autonomous drone SAR video streams.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